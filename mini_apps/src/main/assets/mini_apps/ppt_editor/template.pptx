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/>
                <a:gridCol w="3428800"/>
                <a:gridCol w="3428800"/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